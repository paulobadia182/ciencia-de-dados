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Contexto: base de 150 mil transações, fraude rara (5%), R$547 mil expostos. O objetivo é dizer onde o risco se concentra e recomendar 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executivo (bottom line up front): quatro achados. Valor manda; modelo bom só no topo; 30% da fila pega 70% da fraude; risco concentrado no Brasil.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Faixa de valor: 4,6% → 8,8% → 15,0%. Monotônico e forte. Ticket acima de R$500 é o segmento mais arriscado por transação.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NTILE(10). Decil 10 = 21% (4x). Meio não-monotônico (decil 4 &lt; decil 1). Usar como fila de prioridade, não como corte único. Acurácia sozinha esconderia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Curva de captura acumulada. Decil 10 = 43% da fraude; top 3 decis (30%) = 70%. Base para dimensionar fila de revisão: priorizar pelo score rende muito mais que revisão aleatória.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Fraude por país com HAVING&gt;=1000. BR 5,5% (único acima da média), UY 0,98%. Regras por país fazem sentido. HAVING evita ruído de praças minúsculas.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ações priorizadas por impacto: fila por score, regra para ticket alto, limiares por país, retreino do modelo no meio da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uma frase-síntese + próximos passos concretos.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RISCO · TRANSAÇÕES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está a fraude —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 que fazer com isso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150.000 transações: fatores de risco, desempenho do modelo atual e recomendações priorizadas.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50749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A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mil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5623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0" y="50749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A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389120" y="5623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fraude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0" y="50749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A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R$ 547 mil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955280" y="5623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expostos em fraude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essencial em quatro pontos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leitura da fila de risco começa aqui — o detalhe vem nos próximos slides.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7400"/>
            <a:ext cx="822960" cy="822960"/>
          </a:xfrm>
          <a:prstGeom prst="ellipse">
            <a:avLst/>
          </a:prstGeom>
          <a:solidFill>
            <a:srgbClr val="1B3A5B"/>
          </a:solidFill>
          <a:ln/>
        </p:spPr>
      </p:sp>
      <p:pic>
        <p:nvPicPr>
          <p:cNvPr id="6" name="Image 0" descr="/home/claude/icons/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25856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198424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é o sinal mais forte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011680" y="253288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C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de R$ 500, a fraude chega a 15% — mais de 3× a média geral.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057400"/>
            <a:ext cx="822960" cy="822960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11" name="Image 1" descr="/home/claude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225856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198424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só acerta no topo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635240" y="253288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C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decil mais alto tem 21% de fraude, mas o meio da escala não ordena risco.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297680"/>
            <a:ext cx="822960" cy="822960"/>
          </a:xfrm>
          <a:prstGeom prst="ellipse">
            <a:avLst/>
          </a:prstGeom>
          <a:solidFill>
            <a:srgbClr val="1B3A5B"/>
          </a:solidFill>
          <a:ln/>
        </p:spPr>
      </p:sp>
      <p:pic>
        <p:nvPicPr>
          <p:cNvPr id="16" name="Image 2" descr="/home/claude/icons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449884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422452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da fraude em 30% da fila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2011680" y="477316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C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os 30% de maior score já captura 70% de todas as fraudes.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63640" y="393192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297680"/>
            <a:ext cx="822960" cy="822960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21" name="Image 3" descr="/home/claude/icons/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4498848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422452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no Brasil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635240" y="477316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C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 é o único país acima da média (5,5%); o Uruguai quase não tem fraude (1%).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maior o ticket, maior o risco</a:t>
            </a:r>
            <a:endParaRPr lang="en-US" sz="3000" dirty="0"/>
          </a:p>
        </p:txBody>
      </p:sp>
      <p:pic>
        <p:nvPicPr>
          <p:cNvPr id="3" name="Image 0" descr="/home/claude/charts/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675120" cy="40416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89520" y="155448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12263A"/>
          </a:solidFill>
          <a:ln/>
        </p:spPr>
      </p:sp>
      <p:sp>
        <p:nvSpPr>
          <p:cNvPr id="5" name="Text 2"/>
          <p:cNvSpPr/>
          <p:nvPr/>
        </p:nvSpPr>
        <p:spPr>
          <a:xfrm>
            <a:off x="786384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IMPORTA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863840" y="2286000"/>
            <a:ext cx="3429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alto é raro, mas perigoso.
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1.037 compras passam de R$ 500, porém 1 em cada 7 é fraude. É o segmento de maior perda por transação — 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natural a revisão obrigatória.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atual acerta no topo — e falha no meio</a:t>
            </a:r>
            <a:endParaRPr lang="en-US" sz="2800" dirty="0"/>
          </a:p>
        </p:txBody>
      </p:sp>
      <p:pic>
        <p:nvPicPr>
          <p:cNvPr id="3" name="Image 0" descr="/home/claude/charts/dec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7315200" cy="3566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0" y="1554480"/>
            <a:ext cx="3291840" cy="3383280"/>
          </a:xfrm>
          <a:prstGeom prst="roundRect">
            <a:avLst>
              <a:gd name="adj" fmla="val 2778"/>
            </a:avLst>
          </a:prstGeom>
          <a:solidFill>
            <a:srgbClr val="F4F7FA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45820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58200" y="2240280"/>
            <a:ext cx="2880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3400" b="1" dirty="0">
                <a:solidFill>
                  <a:srgbClr val="D628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
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fraude no decil mais alto — ~4× a média.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C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o decil 4 tem menos fraude que o 1: o score não é confiável como ordenador na faixa intermediária.</a:t>
            </a:r>
            <a:endParaRPr lang="en-US" sz="3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Revisar 30% da fila captura 70% da fraude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Ordenando as transações pelo score do modelo, do maior para o menor.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31520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</p:spPr>
      </p:sp>
      <p:pic>
        <p:nvPicPr>
          <p:cNvPr id="5" name="Image 0" descr="/home/claude/charts/cap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70408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21040" y="18288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A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339328" y="248716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decil 10 (10% da fila)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321040" y="3246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A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339328" y="390448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30% de maior score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321040" y="46634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6A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carga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8339328" y="532180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fila de revisão manual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risco se concentra no Brasil</a:t>
            </a:r>
            <a:endParaRPr lang="en-US" sz="3000" dirty="0"/>
          </a:p>
        </p:txBody>
      </p:sp>
      <p:pic>
        <p:nvPicPr>
          <p:cNvPr id="3" name="Image 0" descr="/home/claude/charts/pa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6492240" cy="3931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498080" y="164592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4F7FA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2400" y="1920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772400" y="2331720"/>
            <a:ext cx="3520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Calibrar regras por país.
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C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Brasil (5,5%) puxa a média e responde por 74% do volume. Ajustar limiares por praça evita tratar Uruguai (1%) com o mesmo rigor do Brasil.
</a:t>
            </a:r>
            <a:pPr indent="0" marL="0">
              <a:lnSpc>
                <a:spcPts val="1900"/>
              </a:lnSpc>
              <a:buNone/>
            </a:pPr>
            <a:r>
              <a:rPr lang="en-US" sz="1200" i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4 países passam o corte de 1.000 transações — os demais são pequenos demais para conclusão confiável.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Recomendações priorizadas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ação de maior impacto imediato para a de médio prazo.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4F7FA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63500" dist="25400" dir="5400000">
              <a:srgbClr val="B9C6D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2768" y="2148840"/>
            <a:ext cx="749808" cy="749808"/>
          </a:xfrm>
          <a:prstGeom prst="ellipse">
            <a:avLst/>
          </a:prstGeom>
          <a:solidFill>
            <a:srgbClr val="D62839"/>
          </a:solidFill>
          <a:ln/>
        </p:spPr>
      </p:sp>
      <p:pic>
        <p:nvPicPr>
          <p:cNvPr id="6" name="Image 0" descr="/home/claude/icons/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233172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28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revisão pelo score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3977640"/>
            <a:ext cx="22128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os 30% de maior score: ~70% da fraude com menos esforço manual.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29000" y="182880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4F7FA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63500" dist="25400" dir="5400000">
              <a:srgbClr val="B9C6D2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61688" y="2148840"/>
            <a:ext cx="749808" cy="749808"/>
          </a:xfrm>
          <a:prstGeom prst="ellipse">
            <a:avLst/>
          </a:prstGeom>
          <a:solidFill>
            <a:srgbClr val="F6AE2D"/>
          </a:solidFill>
          <a:ln/>
        </p:spPr>
      </p:sp>
      <p:pic>
        <p:nvPicPr>
          <p:cNvPr id="12" name="Image 1" descr="/home/claude/icons/doll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3317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A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3611880" y="31089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dura para ticket alto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0168" y="3977640"/>
            <a:ext cx="22128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obrigatória acima de R$ 500 — segmento com 15% de fraude.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217920" y="182880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4F7FA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63500" dist="25400" dir="5400000">
              <a:srgbClr val="B9C6D2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50608" y="2148840"/>
            <a:ext cx="749808" cy="749808"/>
          </a:xfrm>
          <a:prstGeom prst="ellipse">
            <a:avLst/>
          </a:prstGeom>
          <a:solidFill>
            <a:srgbClr val="1B3A5B"/>
          </a:solidFill>
          <a:ln/>
        </p:spPr>
      </p:sp>
      <p:pic>
        <p:nvPicPr>
          <p:cNvPr id="18" name="Image 2" descr="/home/claude/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233172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6400800" y="31089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Limiares por país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19088" y="3977640"/>
            <a:ext cx="22128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Calibrar regras por praça; Brasil concentra risco e volume.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9006840" y="182880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4F7FA"/>
          </a:solidFill>
          <a:ln w="12700">
            <a:solidFill>
              <a:srgbClr val="E1E9F0"/>
            </a:solidFill>
            <a:prstDash val="solid"/>
          </a:ln>
          <a:effectLst>
            <a:outerShdw sx="100000" sy="100000" kx="0" ky="0" algn="bl" rotWithShape="0" blurRad="63500" dist="25400" dir="5400000">
              <a:srgbClr val="B9C6D2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939528" y="2148840"/>
            <a:ext cx="749808" cy="74980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4" name="Image 3" descr="/home/claude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408" y="2331720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9189720" y="310896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Retreinar / recalibrar o modelo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208008" y="3977640"/>
            <a:ext cx="22128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a faixa intermediária, onde o score hoje não ordena risco.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frase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10424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fraude é rara, mas previsível: concentra-se em tickets altos e no topo do score. Priorizar a revisão por esses dois eixos ataca a maior parte da perda com o menor esforço.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" y="45720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passos: implementar a fila por score, definir a regra de ticket alto e abrir um ciclo de recalibração do modelo.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2026-08-11T13:29:13Z</dcterms:created>
  <dcterms:modified xsi:type="dcterms:W3CDTF">2026-08-11T13:29:13Z</dcterms:modified>
</cp:coreProperties>
</file>